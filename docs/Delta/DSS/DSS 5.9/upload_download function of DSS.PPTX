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54" r:id="rId2"/>
    <p:sldMasterId id="2147484518" r:id="rId3"/>
  </p:sldMasterIdLst>
  <p:notesMasterIdLst>
    <p:notesMasterId r:id="rId11"/>
  </p:notesMasterIdLst>
  <p:sldIdLst>
    <p:sldId id="260" r:id="rId4"/>
    <p:sldId id="270" r:id="rId5"/>
    <p:sldId id="274" r:id="rId6"/>
    <p:sldId id="272" r:id="rId7"/>
    <p:sldId id="271" r:id="rId8"/>
    <p:sldId id="275" r:id="rId9"/>
    <p:sldId id="276" r:id="rId10"/>
  </p:sldIdLst>
  <p:sldSz cx="9904413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37" autoAdjust="0"/>
  </p:normalViewPr>
  <p:slideViewPr>
    <p:cSldViewPr>
      <p:cViewPr varScale="1">
        <p:scale>
          <a:sx n="114" d="100"/>
          <a:sy n="114" d="100"/>
        </p:scale>
        <p:origin x="1248" y="96"/>
      </p:cViewPr>
      <p:guideLst>
        <p:guide orient="horz" pos="2160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FDDF66D-00CA-48CE-8A24-B6242B520A9F}" type="datetimeFigureOut">
              <a:rPr lang="zh-TW" altLang="en-US"/>
              <a:pPr>
                <a:defRPr/>
              </a:pPr>
              <a:t>2018/11/26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54088" y="685800"/>
            <a:ext cx="4949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3D046AE-EAF6-4C98-B10C-5869698D4B6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436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482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57E5F8B1-CFCC-4C15-B73D-ED9CA82E2024}" type="slidenum">
              <a:rPr lang="zh-TW" altLang="en-US" smtClean="0"/>
              <a:pPr eaLnBrk="1" hangingPunct="1"/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18513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26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72074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9256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8512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851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7598556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76288" y="2349500"/>
            <a:ext cx="4206875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35563" y="2349500"/>
            <a:ext cx="4208462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1709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84888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21396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52528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1913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957442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201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201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201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511078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49662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202488" y="404813"/>
            <a:ext cx="2141537" cy="259238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76288" y="404813"/>
            <a:ext cx="6273800" cy="259238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71206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18513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26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4A9BB-213C-43BB-A5D6-CCD08C474DBC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54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9AA36-B64B-44D6-A53E-8DDBC081BD0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08518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8512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851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F5FB9-AF5E-4EDC-98DD-02C1C29BBF5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891630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4488" y="1196975"/>
            <a:ext cx="456723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64125" y="1196975"/>
            <a:ext cx="4567238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AD8A0-D5B8-4452-BF07-430A102F2335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440904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69520-46EC-4422-A125-D43B009730BB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323586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8032C-5F6C-4CB4-A973-6CCB78678CB3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475964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336C4-70A6-4064-840D-F11B114D6D8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001666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1913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05DF6-B57F-43C3-8A86-1BAA41122D9F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872946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201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201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201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5C1FA-4C00-4EB4-AE73-2C9917B4CADD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244763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1DA2BB-9CB7-40A2-89F0-2CD742C1ACA2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534691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10438" y="328613"/>
            <a:ext cx="2320925" cy="583723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44488" y="328613"/>
            <a:ext cx="6813550" cy="583723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6F7EE-CB8C-4AD2-A3E4-BDA80CFAC6FF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96789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2950" y="2130489"/>
            <a:ext cx="8418513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26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7188140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248502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45" y="4406964"/>
            <a:ext cx="8418512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45" y="2906713"/>
            <a:ext cx="841851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92001549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0388" y="5805552"/>
            <a:ext cx="2011362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724150" y="5805552"/>
            <a:ext cx="2012950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1660070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8" y="274638"/>
            <a:ext cx="891381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079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079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740718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49180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34274"/>
      </p:ext>
    </p:extLst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1947" y="273052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1" y="1435102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64224191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20" y="4800600"/>
            <a:ext cx="594201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20" y="612775"/>
            <a:ext cx="594201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20" y="5367338"/>
            <a:ext cx="594201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27560900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0268451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4833941" y="549275"/>
            <a:ext cx="1423986" cy="597535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60393" y="549275"/>
            <a:ext cx="4121150" cy="59753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14378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776288" y="404813"/>
            <a:ext cx="8567737" cy="165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6288" y="2349500"/>
            <a:ext cx="856773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</p:txBody>
      </p:sp>
      <p:pic>
        <p:nvPicPr>
          <p:cNvPr id="1028" name="Picture 6" descr="Cover_4 3_hand_2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7938" y="3122613"/>
            <a:ext cx="9913938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6" r:id="rId1"/>
    <p:sldLayoutId id="2147484497" r:id="rId2"/>
    <p:sldLayoutId id="2147484498" r:id="rId3"/>
    <p:sldLayoutId id="2147484499" r:id="rId4"/>
    <p:sldLayoutId id="2147484500" r:id="rId5"/>
    <p:sldLayoutId id="2147484501" r:id="rId6"/>
    <p:sldLayoutId id="2147484502" r:id="rId7"/>
    <p:sldLayoutId id="2147484503" r:id="rId8"/>
    <p:sldLayoutId id="2147484504" r:id="rId9"/>
    <p:sldLayoutId id="2147484505" r:id="rId10"/>
    <p:sldLayoutId id="2147484506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defRPr kumimoji="1" sz="2000">
          <a:solidFill>
            <a:srgbClr val="080808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488" y="333375"/>
            <a:ext cx="15113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5" name="文字方塊 10"/>
          <p:cNvSpPr txBox="1">
            <a:spLocks noChangeArrowheads="1"/>
          </p:cNvSpPr>
          <p:nvPr/>
        </p:nvSpPr>
        <p:spPr bwMode="auto">
          <a:xfrm>
            <a:off x="257175" y="6569075"/>
            <a:ext cx="17938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>
              <a:defRPr/>
            </a:pPr>
            <a:r>
              <a:rPr kumimoji="0" lang="en-US" altLang="zh-TW" sz="1000" smtClean="0">
                <a:solidFill>
                  <a:srgbClr val="4D4D4D"/>
                </a:solidFill>
              </a:rPr>
              <a:t>Delta Confidential</a:t>
            </a:r>
          </a:p>
        </p:txBody>
      </p:sp>
      <p:sp>
        <p:nvSpPr>
          <p:cNvPr id="2052" name="標題版面配置區 1"/>
          <p:cNvSpPr>
            <a:spLocks noGrp="1"/>
          </p:cNvSpPr>
          <p:nvPr>
            <p:ph type="title"/>
          </p:nvPr>
        </p:nvSpPr>
        <p:spPr bwMode="auto">
          <a:xfrm>
            <a:off x="2216150" y="328613"/>
            <a:ext cx="741521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Title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3938588" y="6308725"/>
            <a:ext cx="23098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2339E0-03A9-4814-800A-2254DCBFBC55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196975"/>
            <a:ext cx="9286875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7" r:id="rId1"/>
    <p:sldLayoutId id="2147484508" r:id="rId2"/>
    <p:sldLayoutId id="2147484509" r:id="rId3"/>
    <p:sldLayoutId id="2147484510" r:id="rId4"/>
    <p:sldLayoutId id="2147484511" r:id="rId5"/>
    <p:sldLayoutId id="2147484512" r:id="rId6"/>
    <p:sldLayoutId id="2147484513" r:id="rId7"/>
    <p:sldLayoutId id="2147484514" r:id="rId8"/>
    <p:sldLayoutId id="2147484515" r:id="rId9"/>
    <p:sldLayoutId id="2147484516" r:id="rId10"/>
    <p:sldLayoutId id="2147484517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 descr="back_4 3_han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563" y="-7938"/>
            <a:ext cx="4779962" cy="687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標題版面配置區 1"/>
          <p:cNvSpPr>
            <a:spLocks noGrp="1"/>
          </p:cNvSpPr>
          <p:nvPr>
            <p:ph type="title"/>
          </p:nvPr>
        </p:nvSpPr>
        <p:spPr bwMode="auto">
          <a:xfrm>
            <a:off x="577863" y="549278"/>
            <a:ext cx="568007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6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0388" y="5805552"/>
            <a:ext cx="4176712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To learn more about Delta, </a:t>
            </a:r>
          </a:p>
          <a:p>
            <a:pPr lvl="0"/>
            <a:r>
              <a:rPr lang="en-US" altLang="zh-TW" smtClean="0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103240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400">
          <a:solidFill>
            <a:srgbClr val="0087D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title" idx="4294967295"/>
          </p:nvPr>
        </p:nvSpPr>
        <p:spPr>
          <a:xfrm>
            <a:off x="271686" y="980728"/>
            <a:ext cx="9433048" cy="935955"/>
          </a:xfrm>
        </p:spPr>
        <p:txBody>
          <a:bodyPr/>
          <a:lstStyle/>
          <a:p>
            <a:pPr algn="ctr" eaLnBrk="1" hangingPunct="1"/>
            <a:r>
              <a:rPr lang="en-US" altLang="zh-TW" dirty="0" smtClean="0"/>
              <a:t>Upload/Download parameters from DSS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13" b="20982"/>
          <a:stretch/>
        </p:blipFill>
        <p:spPr>
          <a:xfrm>
            <a:off x="-2952" y="3772813"/>
            <a:ext cx="4890492" cy="304009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27" b="18765"/>
          <a:stretch/>
        </p:blipFill>
        <p:spPr>
          <a:xfrm>
            <a:off x="5176178" y="3772813"/>
            <a:ext cx="4721537" cy="304009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set (Save)</a:t>
            </a:r>
            <a:endParaRPr lang="zh-TW" altLang="en-US" dirty="0"/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6376"/>
            <a:ext cx="6922761" cy="100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5074471" y="2778334"/>
            <a:ext cx="792088" cy="10007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150533" y="1009879"/>
            <a:ext cx="991168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User need to create a excel file by following procedure.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Click </a:t>
            </a:r>
            <a:r>
              <a:rPr lang="en-US" altLang="zh-TW" sz="2000" dirty="0"/>
              <a:t>Save icon(red frame)  </a:t>
            </a:r>
            <a:r>
              <a:rPr lang="en-US" altLang="zh-TW" sz="2000" dirty="0" smtClean="0"/>
              <a:t>on the top of DSS to Save the setting values from DSS.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Wait for DSS saving the parameter to the excel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After DSS shows “Done” means the file has already create.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Click “OK” to finish.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7931007" y="5428997"/>
            <a:ext cx="1440160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6161655" y="2420844"/>
            <a:ext cx="394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need access by Password 4613</a:t>
            </a:r>
          </a:p>
        </p:txBody>
      </p:sp>
    </p:spTree>
    <p:extLst>
      <p:ext uri="{BB962C8B-B14F-4D97-AF65-F5344CB8AC3E}">
        <p14:creationId xmlns:p14="http://schemas.microsoft.com/office/powerpoint/2010/main" val="24488881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set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(Save)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0533" y="1009879"/>
            <a:ext cx="7799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The file will be save in “</a:t>
            </a:r>
            <a:r>
              <a:rPr lang="en-US" altLang="zh-TW" sz="2000" dirty="0" err="1" smtClean="0"/>
              <a:t>ConfigLog</a:t>
            </a:r>
            <a:r>
              <a:rPr lang="en-US" altLang="zh-TW" sz="2000" dirty="0" smtClean="0"/>
              <a:t>” folder which is in DSS folder. </a:t>
            </a:r>
            <a:endParaRPr lang="zh-TW" altLang="en-US" sz="2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" y="2378815"/>
            <a:ext cx="4512940" cy="363187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222" y="2378815"/>
            <a:ext cx="4808192" cy="3631870"/>
          </a:xfrm>
          <a:prstGeom prst="rect">
            <a:avLst/>
          </a:prstGeom>
        </p:spPr>
      </p:pic>
      <p:sp>
        <p:nvSpPr>
          <p:cNvPr id="10" name="圓角矩形 9"/>
          <p:cNvSpPr/>
          <p:nvPr/>
        </p:nvSpPr>
        <p:spPr>
          <a:xfrm>
            <a:off x="991766" y="3429000"/>
            <a:ext cx="996995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6104334" y="3284984"/>
            <a:ext cx="996995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4664174" y="4077072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3940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Excel file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594548" y="126876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-17295" y="1053316"/>
            <a:ext cx="99217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User can edit the parameters from excel file which located in “</a:t>
            </a:r>
            <a:r>
              <a:rPr lang="en-US" altLang="zh-TW" sz="2000" dirty="0" err="1" smtClean="0"/>
              <a:t>ConfigLog</a:t>
            </a:r>
            <a:r>
              <a:rPr lang="en-US" altLang="zh-TW" sz="2000" dirty="0" smtClean="0"/>
              <a:t>”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Support : </a:t>
            </a:r>
            <a:r>
              <a:rPr lang="en-US" altLang="zh-TW" sz="2000" b="1" dirty="0" smtClean="0"/>
              <a:t>Grid setting, reactive power, active power, Q(V) P(V) cos-phi(P) LVRT.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After edit the value, remember save the excel file then follow next slide to upload the parameters. 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" y="2498601"/>
            <a:ext cx="3095625" cy="43529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55" y="2498601"/>
            <a:ext cx="3105150" cy="43719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667" y="2508125"/>
            <a:ext cx="30670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480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set(Load)</a:t>
            </a:r>
            <a:endParaRPr lang="zh-TW" alt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2" y="2094429"/>
            <a:ext cx="6922761" cy="100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4413944" y="2106173"/>
            <a:ext cx="792088" cy="10007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98002" y="1021433"/>
            <a:ext cx="9642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Click </a:t>
            </a:r>
            <a:r>
              <a:rPr lang="en-US" altLang="zh-TW" sz="2000" dirty="0" smtClean="0"/>
              <a:t>Load icon(red frame) </a:t>
            </a:r>
            <a:r>
              <a:rPr lang="en-US" altLang="zh-TW" sz="2000" dirty="0"/>
              <a:t>on the top of DSS to </a:t>
            </a:r>
            <a:r>
              <a:rPr lang="en-US" altLang="zh-TW" sz="2000" dirty="0" smtClean="0"/>
              <a:t>load </a:t>
            </a:r>
            <a:r>
              <a:rPr lang="en-US" altLang="zh-TW" sz="2000" dirty="0"/>
              <a:t>the setting values from DSS.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Choose the file that user just edit.</a:t>
            </a:r>
            <a:endParaRPr lang="zh-TW" altLang="en-US" sz="20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" y="3140968"/>
            <a:ext cx="6001519" cy="3374207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495822" y="4077072"/>
            <a:ext cx="2283470" cy="2880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0097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set(Load)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8002" y="1021433"/>
            <a:ext cx="78069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Wait for DSS </a:t>
            </a:r>
            <a:r>
              <a:rPr lang="en-US" altLang="zh-TW" sz="2000" dirty="0" smtClean="0"/>
              <a:t>loading </a:t>
            </a:r>
            <a:r>
              <a:rPr lang="en-US" altLang="zh-TW" sz="2000" dirty="0"/>
              <a:t>the parameter </a:t>
            </a:r>
            <a:r>
              <a:rPr lang="en-US" altLang="zh-TW" sz="2000" dirty="0" smtClean="0"/>
              <a:t>from </a:t>
            </a:r>
            <a:r>
              <a:rPr lang="en-US" altLang="zh-TW" sz="2000" dirty="0"/>
              <a:t>the excel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After DSS shows “Done” means the </a:t>
            </a:r>
            <a:r>
              <a:rPr lang="en-US" altLang="zh-TW" sz="2000" dirty="0" smtClean="0"/>
              <a:t>parameter has been upload.</a:t>
            </a:r>
            <a:endParaRPr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Click “OK” to finish.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78" b="21814"/>
          <a:stretch/>
        </p:blipFill>
        <p:spPr>
          <a:xfrm>
            <a:off x="0" y="2492896"/>
            <a:ext cx="4645146" cy="294846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13" b="21998"/>
          <a:stretch/>
        </p:blipFill>
        <p:spPr>
          <a:xfrm>
            <a:off x="5205763" y="2492896"/>
            <a:ext cx="4676621" cy="294846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048550" y="4149080"/>
            <a:ext cx="1296144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4379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 idx="4294967295"/>
          </p:nvPr>
        </p:nvSpPr>
        <p:spPr>
          <a:xfrm>
            <a:off x="433388" y="549278"/>
            <a:ext cx="6191250" cy="3311525"/>
          </a:xfrm>
        </p:spPr>
        <p:txBody>
          <a:bodyPr/>
          <a:lstStyle/>
          <a:p>
            <a:r>
              <a:rPr lang="en-US" altLang="zh-TW" smtClean="0">
                <a:cs typeface="Arial" charset="0"/>
              </a:rPr>
              <a:t>Smarter. Greener. Together.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18" y="6022975"/>
            <a:ext cx="4822825" cy="719138"/>
          </a:xfrm>
        </p:spPr>
        <p:txBody>
          <a:bodyPr/>
          <a:lstStyle/>
          <a:p>
            <a:r>
              <a:rPr lang="en-US" altLang="zh-TW" smtClean="0">
                <a:ea typeface="新細明體" charset="-120"/>
                <a:cs typeface="Arial" charset="0"/>
              </a:rPr>
              <a:t>To learn more about Delta, please visit www.deltaww.com.</a:t>
            </a:r>
          </a:p>
        </p:txBody>
      </p:sp>
    </p:spTree>
    <p:extLst>
      <p:ext uri="{BB962C8B-B14F-4D97-AF65-F5344CB8AC3E}">
        <p14:creationId xmlns:p14="http://schemas.microsoft.com/office/powerpoint/2010/main" val="278563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LTA FORM">
  <a:themeElements>
    <a:clrScheme name="5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Office 佈景主題">
      <a:majorFont>
        <a:latin typeface="Arial"/>
        <a:ea typeface="微軟正黑體"/>
        <a:cs typeface="Arial"/>
      </a:majorFont>
      <a:minorFont>
        <a:latin typeface="Arial"/>
        <a:ea typeface="微軟正黑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Office 佈景主題">
  <a:themeElements>
    <a:clrScheme name="7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Office 佈景主題">
      <a:majorFont>
        <a:latin typeface="Arial"/>
        <a:ea typeface="微軟正黑體"/>
        <a:cs typeface="Arial"/>
      </a:majorFont>
      <a:minorFont>
        <a:latin typeface="Arial"/>
        <a:ea typeface="微軟正黑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Office 佈景主題">
  <a:themeElements>
    <a:clrScheme name="10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Office 佈景主題">
      <a:majorFont>
        <a:latin typeface="Arial"/>
        <a:ea typeface="微軟正黑體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0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 FORM</Template>
  <TotalTime>504</TotalTime>
  <Words>231</Words>
  <Application>Microsoft Office PowerPoint</Application>
  <PresentationFormat>自訂</PresentationFormat>
  <Paragraphs>26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微軟正黑體</vt:lpstr>
      <vt:lpstr>新細明體</vt:lpstr>
      <vt:lpstr>Arial</vt:lpstr>
      <vt:lpstr>Calibri</vt:lpstr>
      <vt:lpstr>DELTA FORM</vt:lpstr>
      <vt:lpstr>7_Office 佈景主題</vt:lpstr>
      <vt:lpstr>10_Office 佈景主題</vt:lpstr>
      <vt:lpstr>Upload/Download parameters from DSS</vt:lpstr>
      <vt:lpstr>Grid set (Save)</vt:lpstr>
      <vt:lpstr>Grid set (Save)</vt:lpstr>
      <vt:lpstr>Excel file</vt:lpstr>
      <vt:lpstr>Grid set(Load)</vt:lpstr>
      <vt:lpstr>Grid set(Load)</vt:lpstr>
      <vt:lpstr>Smarter. Greener. Together.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</dc:title>
  <dc:creator>user</dc:creator>
  <cp:lastModifiedBy>LIANGYEN.LIU 劉良延</cp:lastModifiedBy>
  <cp:revision>72</cp:revision>
  <cp:lastPrinted>1601-01-01T00:00:00Z</cp:lastPrinted>
  <dcterms:created xsi:type="dcterms:W3CDTF">2017-05-08T05:04:48Z</dcterms:created>
  <dcterms:modified xsi:type="dcterms:W3CDTF">2018-11-26T03:38:15Z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